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8" r:id="rId22"/>
    <p:sldId id="279" r:id="rId23"/>
    <p:sldId id="280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78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6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spc="3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</a:p>
        </p:txBody>
      </p:sp>
      <p:sp>
        <p:nvSpPr>
          <p:cNvPr id="3" name="Text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dirty="0">
                <a:solidFill>
                  <a:srgbClr val="F8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loop</a:t>
            </a:r>
          </a:p>
        </p:txBody>
      </p:sp>
      <p:sp>
        <p:nvSpPr>
          <p:cNvPr id="4" name="Text"/>
          <p:cNvSpPr/>
          <p:nvPr/>
        </p:nvSpPr>
        <p:spPr>
          <a:xfrm>
            <a:off x="457200" y="1420000"/>
            <a:ext cx="82296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spc="2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0 · BEFORE ANY CODE</a:t>
            </a:r>
          </a:p>
        </p:txBody>
      </p:sp>
      <p:sp>
        <p:nvSpPr>
          <p:cNvPr id="5" name="Pill"/>
          <p:cNvSpPr/>
          <p:nvPr/>
        </p:nvSpPr>
        <p:spPr>
          <a:xfrm>
            <a:off x="457200" y="162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/plan-feature</a:t>
            </a:r>
          </a:p>
        </p:txBody>
      </p:sp>
      <p:sp>
        <p:nvSpPr>
          <p:cNvPr id="6" name="Text"/>
          <p:cNvSpPr/>
          <p:nvPr/>
        </p:nvSpPr>
        <p:spPr>
          <a:xfrm>
            <a:off x="1911640" y="1620000"/>
            <a:ext cx="677516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AC-1 … AC-6 before writing any code</a:t>
            </a:r>
          </a:p>
        </p:txBody>
      </p:sp>
      <p:sp>
        <p:nvSpPr>
          <p:cNvPr id="7" name="Text"/>
          <p:cNvSpPr/>
          <p:nvPr/>
        </p:nvSpPr>
        <p:spPr>
          <a:xfrm>
            <a:off x="4472000" y="2200000"/>
            <a:ext cx="20000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</a:p>
        </p:txBody>
      </p:sp>
      <p:sp>
        <p:nvSpPr>
          <p:cNvPr id="8" name="Text"/>
          <p:cNvSpPr/>
          <p:nvPr/>
        </p:nvSpPr>
        <p:spPr>
          <a:xfrm>
            <a:off x="457200" y="2370000"/>
            <a:ext cx="82296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spc="2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STEP IN THE PLAN</a:t>
            </a:r>
          </a:p>
        </p:txBody>
      </p:sp>
      <p:sp>
        <p:nvSpPr>
          <p:cNvPr id="9" name="Pill"/>
          <p:cNvSpPr/>
          <p:nvPr/>
        </p:nvSpPr>
        <p:spPr>
          <a:xfrm>
            <a:off x="457200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/explore-codebase</a:t>
            </a:r>
          </a:p>
        </p:txBody>
      </p:sp>
      <p:sp>
        <p:nvSpPr>
          <p:cNvPr id="10" name="Arrow"/>
          <p:cNvSpPr/>
          <p:nvPr/>
        </p:nvSpPr>
        <p:spPr>
          <a:xfrm>
            <a:off x="1691640" y="25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11" name="Pill"/>
          <p:cNvSpPr/>
          <p:nvPr/>
        </p:nvSpPr>
        <p:spPr>
          <a:xfrm>
            <a:off x="1856232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/new-endpoint</a:t>
            </a:r>
          </a:p>
        </p:txBody>
      </p:sp>
      <p:sp>
        <p:nvSpPr>
          <p:cNvPr id="12" name="Arrow"/>
          <p:cNvSpPr/>
          <p:nvPr/>
        </p:nvSpPr>
        <p:spPr>
          <a:xfrm>
            <a:off x="3090672" y="25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13" name="Pill"/>
          <p:cNvSpPr/>
          <p:nvPr/>
        </p:nvSpPr>
        <p:spPr>
          <a:xfrm>
            <a:off x="3255264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test</a:t>
            </a:r>
          </a:p>
        </p:txBody>
      </p:sp>
      <p:sp>
        <p:nvSpPr>
          <p:cNvPr id="14" name="Arrow"/>
          <p:cNvSpPr/>
          <p:nvPr/>
        </p:nvSpPr>
        <p:spPr>
          <a:xfrm>
            <a:off x="4489704" y="25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15" name="Pill"/>
          <p:cNvSpPr/>
          <p:nvPr/>
        </p:nvSpPr>
        <p:spPr>
          <a:xfrm>
            <a:off x="4654296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/simplify</a:t>
            </a:r>
          </a:p>
        </p:txBody>
      </p:sp>
      <p:sp>
        <p:nvSpPr>
          <p:cNvPr id="16" name="Arrow"/>
          <p:cNvSpPr/>
          <p:nvPr/>
        </p:nvSpPr>
        <p:spPr>
          <a:xfrm>
            <a:off x="5888736" y="25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17" name="Pill"/>
          <p:cNvSpPr/>
          <p:nvPr/>
        </p:nvSpPr>
        <p:spPr>
          <a:xfrm>
            <a:off x="6053328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/audit-security</a:t>
            </a:r>
          </a:p>
        </p:txBody>
      </p:sp>
      <p:sp>
        <p:nvSpPr>
          <p:cNvPr id="18" name="Arrow"/>
          <p:cNvSpPr/>
          <p:nvPr/>
        </p:nvSpPr>
        <p:spPr>
          <a:xfrm>
            <a:off x="7287768" y="25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19" name="Pill"/>
          <p:cNvSpPr/>
          <p:nvPr/>
        </p:nvSpPr>
        <p:spPr>
          <a:xfrm>
            <a:off x="7452360" y="2550000"/>
            <a:ext cx="1234440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/commit-sc</a:t>
            </a:r>
          </a:p>
        </p:txBody>
      </p:sp>
      <p:sp>
        <p:nvSpPr>
          <p:cNvPr id="20" name="Text"/>
          <p:cNvSpPr/>
          <p:nvPr/>
        </p:nvSpPr>
        <p:spPr>
          <a:xfrm>
            <a:off x="3255264" y="3120000"/>
            <a:ext cx="123444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↺ fails → fix → retry ×3</a:t>
            </a:r>
          </a:p>
        </p:txBody>
      </p:sp>
      <p:sp>
        <p:nvSpPr>
          <p:cNvPr id="21" name="Text"/>
          <p:cNvSpPr/>
          <p:nvPr/>
        </p:nvSpPr>
        <p:spPr>
          <a:xfrm>
            <a:off x="4472000" y="3300000"/>
            <a:ext cx="20000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</a:p>
        </p:txBody>
      </p:sp>
      <p:sp>
        <p:nvSpPr>
          <p:cNvPr id="22" name="Text"/>
          <p:cNvSpPr/>
          <p:nvPr/>
        </p:nvSpPr>
        <p:spPr>
          <a:xfrm>
            <a:off x="457200" y="3470000"/>
            <a:ext cx="82296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spc="2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GATE · THEN SHIP</a:t>
            </a:r>
          </a:p>
        </p:txBody>
      </p:sp>
      <p:sp>
        <p:nvSpPr>
          <p:cNvPr id="23" name="Pill"/>
          <p:cNvSpPr/>
          <p:nvPr/>
        </p:nvSpPr>
        <p:spPr>
          <a:xfrm>
            <a:off x="457200" y="3650000"/>
            <a:ext cx="1514246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gate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AC-1 … AC-6</a:t>
            </a:r>
          </a:p>
        </p:txBody>
      </p:sp>
      <p:sp>
        <p:nvSpPr>
          <p:cNvPr id="24" name="Arrow"/>
          <p:cNvSpPr/>
          <p:nvPr/>
        </p:nvSpPr>
        <p:spPr>
          <a:xfrm>
            <a:off x="1971446" y="36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25" name="Pill"/>
          <p:cNvSpPr/>
          <p:nvPr/>
        </p:nvSpPr>
        <p:spPr>
          <a:xfrm>
            <a:off x="2136038" y="3650000"/>
            <a:ext cx="1514246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/review-pr</a:t>
            </a:r>
          </a:p>
        </p:txBody>
      </p:sp>
      <p:sp>
        <p:nvSpPr>
          <p:cNvPr id="26" name="Arrow"/>
          <p:cNvSpPr/>
          <p:nvPr/>
        </p:nvSpPr>
        <p:spPr>
          <a:xfrm>
            <a:off x="3650284" y="36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27" name="Pill"/>
          <p:cNvSpPr/>
          <p:nvPr/>
        </p:nvSpPr>
        <p:spPr>
          <a:xfrm>
            <a:off x="3814876" y="3650000"/>
            <a:ext cx="1514246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PR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/create-pr</a:t>
            </a:r>
          </a:p>
        </p:txBody>
      </p:sp>
      <p:sp>
        <p:nvSpPr>
          <p:cNvPr id="28" name="Arrow"/>
          <p:cNvSpPr/>
          <p:nvPr/>
        </p:nvSpPr>
        <p:spPr>
          <a:xfrm>
            <a:off x="5329122" y="36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29" name="Pill"/>
          <p:cNvSpPr/>
          <p:nvPr/>
        </p:nvSpPr>
        <p:spPr>
          <a:xfrm>
            <a:off x="5493714" y="3650000"/>
            <a:ext cx="1514246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/devops watch</a:t>
            </a:r>
          </a:p>
        </p:txBody>
      </p:sp>
      <p:sp>
        <p:nvSpPr>
          <p:cNvPr id="30" name="Arrow"/>
          <p:cNvSpPr/>
          <p:nvPr/>
        </p:nvSpPr>
        <p:spPr>
          <a:xfrm>
            <a:off x="7007960" y="3650000"/>
            <a:ext cx="1645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</a:p>
        </p:txBody>
      </p:sp>
      <p:sp>
        <p:nvSpPr>
          <p:cNvPr id="31" name="Pill"/>
          <p:cNvSpPr/>
          <p:nvPr/>
        </p:nvSpPr>
        <p:spPr>
          <a:xfrm>
            <a:off x="7172552" y="3650000"/>
            <a:ext cx="1514246" cy="56000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19050">
            <a:solidFill>
              <a:srgbClr val="3B82F6"/>
            </a:solidFill>
            <a:prstDash val="solid"/>
          </a:ln>
        </p:spPr>
        <p:txBody>
          <a:bodyPr wrap="square" lIns="36000" tIns="0" rIns="36000" bIns="0" rtlCol="0" anchor="ctr"/>
          <a:lstStyle/>
          <a:p>
            <a:pPr marL="0" indent="0" algn="ctr">
              <a:buNone/>
            </a:pPr>
            <a:r>
              <a:rPr lang="en-US" sz="1050" b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review</a:t>
            </a:r>
          </a:p>
          <a:p>
            <a:pPr marL="0" indent="0" algn="ctr">
              <a:buNone/>
            </a:pPr>
            <a:r>
              <a:rPr lang="en-US" sz="750" kern="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mandatory</a:t>
            </a:r>
          </a:p>
        </p:txBody>
      </p:sp>
      <p:sp>
        <p:nvSpPr>
          <p:cNvPr id="32" name="Text"/>
          <p:cNvSpPr/>
          <p:nvPr/>
        </p:nvSpPr>
        <p:spPr>
          <a:xfrm>
            <a:off x="457200" y="4300000"/>
            <a:ext cx="82296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skill the orchestrator invokes — it decides which, when, and how to recover.</a:t>
            </a:r>
          </a:p>
          <a:p>
            <a:pPr marL="0" indent="0" algn="ctr">
              <a:buNone/>
            </a:pPr>
            <a:r>
              <a:rPr lang="en-US" sz="110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on failure; a human must approve before merge.</a:t>
            </a:r>
          </a:p>
        </p:txBody>
      </p:sp>
      <p:sp>
        <p:nvSpPr>
          <p:cNvPr id="33" name="Text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</a:p>
        </p:txBody>
      </p:sp>
      <p:sp>
        <p:nvSpPr>
          <p:cNvPr id="34" name="Text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33954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3257</Words>
  <Application>Microsoft Macintosh PowerPoint</Application>
  <PresentationFormat>On-screen Show (16:9)</PresentationFormat>
  <Paragraphs>349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8</cp:revision>
  <dcterms:created xsi:type="dcterms:W3CDTF">2026-06-11T13:39:28Z</dcterms:created>
  <dcterms:modified xsi:type="dcterms:W3CDTF">2026-06-18T02:45:09Z</dcterms:modified>
</cp:coreProperties>
</file>