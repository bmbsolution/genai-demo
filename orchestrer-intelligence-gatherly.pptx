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76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Accueil. Promesse de la soirée : comprendre la différence entre vibe coding et vibe engineering, et repartir avec une méthode concrète pour orchestrer des agents IA à la demande — sans infrastructure toujours allumée. Public mixte : annoncer que chaque section a un niveau « grand public » et un niveau « technique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(60-90 sec max) : tout le monde ici a déjà utilisé l'IA pour quelque chose de simple. Le goulot n'est plus la vitesse d'écriture, c'est l'attention humaine — une personne, un problème à la fois. La promesse de la soirée tient dans la dernière ligne : huit spécialistes qui travaillent votre file d'attente pendant la nuit. CEO : pensez processus, pas outil.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Dates vérifiées : Copilot en preview technique juin 2021 ; ChatGPT 30 nov 2022 ; « vibe coding » nommé par Andrej Karpathy en février 2025 ; « vibe engineering » proposé par Simon Willison le 7 octobre 2025. Message clé : à chaque étape, l'humain monte d'un niveau d'abstraction. Question AI PRO probable : « les agents existaient avant 2024 » → oui en recherche ; 2024 = adoption produit (tool use fiable).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Définition grand public : on décrit, on accepte, on itère — sans lire le code. Citation exacte de Karpathy (février 2025) : « fully give in to the vibes ». Collins Dictionary l'a nommé mot de l'année en novembre 2025. Ton : pas de mépris — le vibe coding est génial pour ce qu'il est. Question CURIEUX probable : « donc je peux créer une app sans coder ? » → oui, un prototype ; la nuance arrive à la slide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Attribution vérifiée : billet « Vibe engineering » de Simon Willison, 7 octobre 2025 — pratiques : planification, tests automatisés, documentation, revue de code avec agents. Phrase clé pour CEO : « l'IA écrit le code, l'humain conçoit le système autour ». C'est exactement ce que la section 02 va détailler.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pivot — la plus citée probablement. La ligne « where the rules live » est le pont vers les skills : des règles dans des fichiers versionnés. Question ENTREPRENEUR probable : « le vibe engineering coûte plus cher ? » → plus cher au démarrage (écrire les règles), moins cher à chaque exécution — voir slide économie des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 Marteler : même modèle sous-jacent, résultat radicalement différent selon le système autour. C'est la thèse de toute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vulgarisation centrale pour CEO/entrepreneurs/curieux. L'analogie tient remarquablement bien : procédures écrites (skills), spécialistes sur appel (agents), manuel de l'employé (CLAUDE.md), contrôle qualité (gates). À l'oral : « vous savez déjà gérer ça — vous le faites avec des humains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TECH : un skill = un fichier markdown avec un en-tête déclaratif (nom, outils permis, contexte). Pour CEO : c'est l'expertise d'un employé senior, écrite et réutilisable. Question AI PRO probable : « différence avec un system prompt ? » → un skill est versionné, invocable à la demande, scoping d'outils explicite — il ne consomme rien tant qu'il n'est pas invoqué (slide suivante).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de la thèse. À l'oral : un skill dormant, c'est un fichier texte — coût quasi nul tant qu'il n'est pas chargé. Un agent qui tourne en continu accumule du contexte (donc des tokens facturés à chaque tour) et perd en précision. Le modèle on-demand : l'orchestrateur invoque le skill, l'agent naît avec un contexte propre, fait le travail, disparaît. Question CEO probable : « concrètement, l'économie ? » → pas de chiffre universel ; structurellement on passe d'un coût de présence à un coût à la tâche (voir backup coûts). Question AI PRO probable : « et la latence du cold start ? » → négligeable : charger un skill = lire un fichier dans le contexte, pas démarrer un serveur.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workflow visible. Pour les non-tech : c'est une chaîne de production avec des postes spécialisés. L'orchestrateur ne code pas — il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session est l'unité de travail — c'est l'incarnation concrète de « agent à la demande » (slide always-on vs on-demand). Quatre propriétés : contexte frais (pas de dérive accumulée), isolation (worktrees git — plusieurs sessions en parallèle sur le même repo sans conflit), jetable (la session meurt avec la tâche : plus rien ne tourne, plus rien ne facture), et sans état par design. Question quasi garantie (TECH/AI PRO) : « comment l'agent se souvient d'une session à l'autre ? » → il ne se souvient PAS, et c'est voulu : la mémoire est dans les fichiers versionnés (CLAUDE.md, skills), pas dans la session. C'est ce qui rend le système reproductible et auditable — n'importe quelle session relancée avec les mêmes fichiers se comporte pareil. Punchline : on tue la session, on garde le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condensée des 3 règles (1 slide au lieu de 3, format 20 min). Règle 1 : critères d'acceptation vérifiables par machine — c'est ce qui rattrape les hallucinations. Règle 2 : conditions d'arrêt conçues, pas espérées ; chaque escalade arrive avec sa trace. Règle 3 : l'humain est repositionné aux points de décision — c'est LA réponse préventive à « l'IA remplace les devs ». Si une question approfondit une règle : backups 40 (devs) et 43 (hallucinations).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terrain de jeu : un vrai produit, pas un jouet. Le système qui sera démontré audite son propre code et celui d'autres repos.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1 : une seule commande, l'orchestrateur fait le reste. Narrer les invocations à voix haute. DÉBRIEF À L'ORAL (la slide récap a été coupée, format 20 min) : 1 orchestrateur, 7 spécialistes invoqués ; critères d'acceptation définis au départ, vérifiés à la fin ; 1 race condition attrapée par /review-pr avant commit ; PR ouverte, CI verte, ~8 minutes. Punchline : personne n'a choisi les spécialistes — le routage est dans le système.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2 : montrer l'échec volontaire. Transparence : annoncer que l'erreur est pré-injectée — ça renforce la crédibilité. DÉBRIEF À L'ORAL : /audit-security (et le test d'isolation) a signalé la fuite de confidentialité en quelques secondes ; la boucle de fix a restauré le contrôle de propriété manquant ; re-audit propre, commit passé — zéro humain impliqué. Punchline : le système a attrapé sa propre erreur avant qu'un humain voie le code. Si on demande « et si le fix échoue 3 fois ? » → moment 3 le montre.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3 : la nuit en timelapse. C'est ici que « agent à la demande » prend tout son sens : le système s'est réveillé pour chaque écart de préparation, a travaillé, s'est arrêté. Enchaîner directement sur la slide résultats (7 PRs + 1 escalade).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résultat le plus contre-intuitif : l'escalade est la meilleure nouvelle de la nuit. Un système qui dit « je ne sais pas faire ça » est un système digne de confiance. 7 correctifs prêts à reviewer au matin = du temps humain économisé, pas remplacé.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plan d'action universel. Insister sur l'étape 4 : itérer le skill, pas le prompt — c'est ce qui transforme une astuce en actif.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de 2 secondes sur cette slide avant le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Remercier l’audience et ouvrir le Q&amp;A. Rappeler les deux points à retenir : (1) l’écart entre vibe coding et vibe engineering n’est pas l’intelligence du modèle, c’est l’orchestration ; (2) on commence dès lundi avec un seul fichier CLAUDE.md et un dossier de skills. Inviter l’audience à récupérer les slides et le starter pack Gatherly sur github.com/Bmbsolution/genai-demo (code de la démo, skills, CLAUDE.md : tout est public et réutilisable). Donner les contacts LinkedIn / GitHub pour le suivi. Si le Q&amp;A démarre lentement, amorcer avec une question anticipée (slides 23 à 26 : emplois, coûts, sécurité, hallucinations).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navigation, pas à présenter linéairement. Pendant le Q&amp;A, sauter directement à la slide backup qui correspond à la question posée : slide 23 « est-ce que ça remplace les développeurs ? », slide 24 « combien ça coûte vraiment ? », slide 25 « notre code et nos données sont-ils en sécurité ? », slide 26 « et les hallucinations ? ». Chaque backup tient en une slide avec une punchline. Si aucune question ne tombe dessus, ne pas s’y attarder : revenir à la slide 20 (« it’s orchestration ») pour clôturer.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quasi garantie (CEO et curieux). Ton calme, pas défensif. Pivot : montrer la slide « humans are sync points ». Si on insiste sur les chiffres d'emploi : dire honnêtement que le marché évolue et que les données récentes méritent d'être vérifiées à la source plutôt que citées de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entrepreneur/CEO. NE PAS donner de chiffre en dollars universel — ça dépend du modèle, du volume et du workflow. Donner la structure : coût à la tâche, plafonné par les retries bornés. Proposer de partager une grille de calcul après la conf.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TECH/CEO. Pointer le YAML du skill : allowed-tools = Read, Grep, Glob — le contrat technique est vérifiable. Si la question porte sur l'envoi de code à un fournisseur de modèle : sujet légitime, dépend du contrat (rétention, résidence des données) — à valider avec le fournisseur, ne pas improviser de garanties.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AI PRO/TECH. Le point fort : on ne prétend pas que le modèle ne se trompe pas — on conçoit le système pour qu'une erreur ne puisse pas sortir. Parallèle avec les humains : on ne déploie pas le code d'un humain sans tests non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Montréal · 18 juin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Orchestrer
</a:t>
            </a:r>
            <a:r>
              <a:rPr lang="en-US" sz="5400" b="1" dirty="0">
                <a:solidFill>
                  <a:srgbClr val="3B82F6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l'intelligence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vibe coding to vibe engineering — orchestrating on-demand AI agents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6405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Faïçal Sawadogo · Manegre Inc.     |     Moussa Balla · Cloud Architect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 · why we're here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 · WHY WE'RE HERE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you've automated
</a:t>
            </a:r>
            <a:r>
              <a:rPr lang="en-US" sz="4400" b="1" dirty="0">
                <a:solidFill>
                  <a:srgbClr val="3B82F6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everything easy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what's left?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bottleneck isn't typing speed anymore — it's that one person holds one problem at a time.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if eight specialists worked your queue overnight?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the evolution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THE EVOLUTION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five years, four shifts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883664"/>
            <a:ext cx="797356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97864" y="1837944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572768" cy="1600200"/>
          </a:xfrm>
          <a:prstGeom prst="roundRect">
            <a:avLst>
              <a:gd name="adj" fmla="val 3488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30352" y="226771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autocomplete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30352" y="263347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finishes your line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(GitHub Copilot preview)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89504" y="1837944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148840" y="1463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48840" y="2148840"/>
            <a:ext cx="1572768" cy="1600200"/>
          </a:xfrm>
          <a:prstGeom prst="roundRect">
            <a:avLst>
              <a:gd name="adj" fmla="val 3488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221992" y="226771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21992" y="263347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ask, it answers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(ChatGPT, Nov 2022)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81144" y="1837944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840480" y="1463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0480" y="2148840"/>
            <a:ext cx="1572768" cy="1600200"/>
          </a:xfrm>
          <a:prstGeom prst="roundRect">
            <a:avLst>
              <a:gd name="adj" fmla="val 3488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913632" y="226771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913632" y="263347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uses tools 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acts on its own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72784" y="183794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532120" y="1463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32120" y="2148840"/>
            <a:ext cx="1572768" cy="1600200"/>
          </a:xfrm>
          <a:prstGeom prst="roundRect">
            <a:avLst>
              <a:gd name="adj" fmla="val 3488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605272" y="226771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cultures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05272" y="263347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coding (Feb)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engineering (Oct)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64424" y="183794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223760" y="1463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3760" y="2148840"/>
            <a:ext cx="1572768" cy="1600200"/>
          </a:xfrm>
          <a:prstGeom prst="roundRect">
            <a:avLst>
              <a:gd name="adj" fmla="val 3488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296912" y="226771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296912" y="263347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of specialists,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spun up on demand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shift moved the human up one level: from typing, to asking, to directing, to designing the system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the evolution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THE EVOLUTION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vibe coding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by Andrej Karpathy, february 2025: </a:t>
            </a:r>
            <a:r>
              <a:rPr lang="en-US" sz="1400" i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“fully give in to the vibes”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 what you want,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plain language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201168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47472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what the AI gives,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read the code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01168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the error back,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again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november 2025, Collins Dictionary made it word of the year — this is now how millions of people build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the evolution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THE EVOLUTION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vibe engineering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by Simon Willison, october 2025 — keep the speed, add the discipline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4023360" cy="1097280"/>
          </a:xfrm>
          <a:prstGeom prst="roundRect">
            <a:avLst>
              <a:gd name="adj" fmla="val 5833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first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4048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 is specified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any code exists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965960"/>
            <a:ext cx="4023360" cy="1097280"/>
          </a:xfrm>
          <a:prstGeom prst="roundRect">
            <a:avLst>
              <a:gd name="adj" fmla="val 5833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10328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&amp; reviews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0328" y="24048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change is verified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machines and humans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023360" cy="1097280"/>
          </a:xfrm>
          <a:prstGeom prst="roundRect">
            <a:avLst>
              <a:gd name="adj" fmla="val 5833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58368" y="3319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written rules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36393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conventions live in files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reads every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200400"/>
            <a:ext cx="4023360" cy="1097280"/>
          </a:xfrm>
          <a:prstGeom prst="roundRect">
            <a:avLst>
              <a:gd name="adj" fmla="val 5833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910328" y="3319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stopping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10328" y="36393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knows when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hand back to a human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still writes the code — humans engineer the system around it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the evolution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THE EVOLUTION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side by side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252374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BB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vibe coding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4D39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vibe engineering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who reads the code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nobody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reviewers — human and AI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where the rules live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 your head, per prompt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 files, versioned with the repo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when something fails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paste the error, hope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diagnose, retry ×3, escalate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ships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whatever ran last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only what passes every gate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best for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prototypes, exploration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production, teams, autonomy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the evolution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THE EVOLUTION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same models.
</a:t>
            </a:r>
            <a:r>
              <a:rPr lang="en-US" sz="4000" b="1" dirty="0">
                <a:solidFill>
                  <a:srgbClr val="3B82F6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different system.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 between vibe coding and vibe engineering isn't intelligence —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it's orchestration: who does what, with which rules, and when to stop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HOW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think of it as a team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orchestrator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46888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manager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decides who works on what, and when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468880" y="2084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procedures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37760" y="2084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written expertise, sitting on the shelf until needed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6151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468880" y="26151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on-call specialists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37760" y="26151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spun up for a job, dismissed when it's done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1455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CLAUDE.md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468880" y="3145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employee handbook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37760" y="31455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house rules every worker reads on day one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675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468880" y="3675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control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37760" y="36758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ships until every check passes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can run a team, you already understand multi-agent systems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HOW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a skill is a contract, not a prompt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297680" cy="2331720"/>
          </a:xfrm>
          <a:prstGeom prst="roundRect">
            <a:avLst>
              <a:gd name="adj" fmla="val 2353"/>
            </a:avLst>
          </a:prstGeom>
          <a:solidFill>
            <a:srgbClr val="0A10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---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name: audit-security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scope: scan changed code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for S1-S8 security violations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tools: Read, Grep, Glob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context: read-only, isolated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stopping: report only, never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fixes; hands back to caller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---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2064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it's called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120640" y="2039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039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can do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0" y="24780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478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can touch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120640" y="29169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29169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or shared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20640" y="33558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stopping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355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it must yield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today's clever prompt is tomorrow's deployed skill — written once, reused forever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HOW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always-on vs on-demand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2514600"/>
          </a:xfrm>
          <a:prstGeom prst="roundRect">
            <a:avLst>
              <a:gd name="adj" fmla="val 2545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ALWAYS RUNNING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burns tokens while idle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fills with noise over time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giant brain, drifting focus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pay for presence, not 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on the payroll, waiting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023360" cy="2514600"/>
          </a:xfrm>
          <a:prstGeom prst="roundRect">
            <a:avLst>
              <a:gd name="adj" fmla="val 2545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+ AGENTS ON DEMAND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205740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dormant skill costs ~0 tokens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only when invoked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fresh, focused context per job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pay per task completed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3611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expertise on the shelf, ready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 the human knowledge in skills · spin up the agent only when there's work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HOW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the loop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932688" cy="502920"/>
          </a:xfrm>
          <a:prstGeom prst="roundRect">
            <a:avLst>
              <a:gd name="adj" fmla="val 9091"/>
            </a:avLst>
          </a:prstGeom>
          <a:solidFill>
            <a:srgbClr val="1B2640"/>
          </a:solidFill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99616" y="2103120"/>
            <a:ext cx="932688" cy="502920"/>
          </a:xfrm>
          <a:prstGeom prst="roundRect">
            <a:avLst>
              <a:gd name="adj" fmla="val 9091"/>
            </a:avLst>
          </a:prstGeom>
          <a:solidFill>
            <a:srgbClr val="1B2640"/>
          </a:solidFill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499616" y="210312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14016" y="210312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2032" y="2103120"/>
            <a:ext cx="932688" cy="502920"/>
          </a:xfrm>
          <a:prstGeom prst="roundRect">
            <a:avLst>
              <a:gd name="adj" fmla="val 9091"/>
            </a:avLst>
          </a:prstGeom>
          <a:solidFill>
            <a:srgbClr val="1B2640"/>
          </a:solidFill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542032" y="210312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56432" y="210312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84448" y="2103120"/>
            <a:ext cx="932688" cy="502920"/>
          </a:xfrm>
          <a:prstGeom prst="roundRect">
            <a:avLst>
              <a:gd name="adj" fmla="val 9091"/>
            </a:avLst>
          </a:prstGeom>
          <a:solidFill>
            <a:srgbClr val="1B2640"/>
          </a:solidFill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584448" y="210312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98848" y="210312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2103120"/>
            <a:ext cx="932688" cy="502920"/>
          </a:xfrm>
          <a:prstGeom prst="roundRect">
            <a:avLst>
              <a:gd name="adj" fmla="val 9091"/>
            </a:avLst>
          </a:prstGeom>
          <a:solidFill>
            <a:srgbClr val="1B2640"/>
          </a:solidFill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626864" y="210312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41264" y="210312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2103120"/>
            <a:ext cx="932688" cy="502920"/>
          </a:xfrm>
          <a:prstGeom prst="roundRect">
            <a:avLst>
              <a:gd name="adj" fmla="val 9091"/>
            </a:avLst>
          </a:prstGeom>
          <a:solidFill>
            <a:srgbClr val="1B2640"/>
          </a:solidFill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669280" y="210312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10312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11696" y="2103120"/>
            <a:ext cx="932688" cy="502920"/>
          </a:xfrm>
          <a:prstGeom prst="roundRect">
            <a:avLst>
              <a:gd name="adj" fmla="val 9091"/>
            </a:avLst>
          </a:prstGeom>
          <a:solidFill>
            <a:srgbClr val="1B2640"/>
          </a:solidFill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711696" y="210312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26096" y="210312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54112" y="2103120"/>
            <a:ext cx="932688" cy="502920"/>
          </a:xfrm>
          <a:prstGeom prst="roundRect">
            <a:avLst>
              <a:gd name="adj" fmla="val 9091"/>
            </a:avLst>
          </a:prstGeom>
          <a:solidFill>
            <a:srgbClr val="1B2640"/>
          </a:solidFill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754112" y="210312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box is a specialist — the orchestrator picks which one, when,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what to do when one fails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HOW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the session is the unit of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1143000"/>
          </a:xfrm>
          <a:prstGeom prst="roundRect">
            <a:avLst>
              <a:gd name="adj" fmla="val 5600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58368" y="17282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05740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session starts with a clean, focused context — no drift, no leftover noise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4023360" cy="1143000"/>
          </a:xfrm>
          <a:prstGeom prst="roundRect">
            <a:avLst>
              <a:gd name="adj" fmla="val 5600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910328" y="17282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0328" y="205740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sessions can't step on each other — one repo, separate worktrees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023360" cy="1143000"/>
          </a:xfrm>
          <a:prstGeom prst="roundRect">
            <a:avLst>
              <a:gd name="adj" fmla="val 5600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8368" y="30083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33375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session ends when the task ends — nothing keeps running, nothing keeps billing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2880360"/>
            <a:ext cx="4023360" cy="1143000"/>
          </a:xfrm>
          <a:prstGeom prst="roundRect">
            <a:avLst>
              <a:gd name="adj" fmla="val 5600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910328" y="30083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stateless by design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0328" y="33375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 don't need to remember: the knowledge lives in skills and CLAUDE.md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kill the session, keep the skill — that's the whole trick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the rules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THE RULES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three rules make it trustworthy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the gate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ships until every check passes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00400" y="203911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· security audit · build — machine-verified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85800" y="2679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stopping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6791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that won't stop is not deployable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00400" y="302666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failed attempts → escalate to a human, with full trace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" y="36667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human sync points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366674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buys time, it doesn't replace judgment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00400" y="401421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escalations, merges and deploys all end at a person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the demo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THE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what Gatherly does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6824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catalog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cover, capacity &amp; visibility — all in one place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474720" y="16824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&amp; readiness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rates, capacity &amp; what's still missing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309360" y="16824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guests &amp; RSVPs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+1s, dietary, waitlists, check-in, CSV in / out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0080" y="29169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worker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scans each event · checks readiness · drafts fixes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278892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474720" y="29169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work-readiness 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picks gaps · opens fixes back to your events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FastAPI · Next.js · Claude Sonnet 4.6</a:t>
            </a:r>
            <a:endParaRPr lang="en-US" sz="1050" dirty="0"/>
          </a:p>
        </p:txBody>
      </p:sp>
      <p:sp>
        <p:nvSpPr>
          <p:cNvPr id="22" name="Shape 13"/>
          <p:cNvSpPr/>
          <p:nvPr/>
        </p:nvSpPr>
        <p:spPr>
          <a:xfrm>
            <a:off x="6126480" y="278892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4"/>
          <p:cNvSpPr/>
          <p:nvPr/>
        </p:nvSpPr>
        <p:spPr>
          <a:xfrm>
            <a:off x="6309360" y="29169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&amp; Pro plans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63093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limits, upgrades &amp; Stripe-ready billing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demo · moment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MOMENT 1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total orchestration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0A10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/implement  auto-promote the next waitlisted guest when a confirmed guest cancels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switching to terminal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demo · moment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MOMENT 2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resilience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happens when the system makes a mistake?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PRE-STAGED   a guest could read another host's guest list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switching to terminal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demo · moment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MOMENT 3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full autonomy, overnight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B82F6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8   readiness gaps · 8 hours · no supervision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switching to timelapse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demo · moment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DEMO · MOMENT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8 readiness gaps overnight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212080" cy="2377440"/>
          </a:xfrm>
          <a:prstGeom prst="roundRect">
            <a:avLst>
              <a:gd name="adj" fmla="val 2692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fixes opened
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locations drafted · capacity waitlists · reminder emails · cover images · schedule blocks · dietary summaries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852160" y="1554480"/>
            <a:ext cx="2834640" cy="2377440"/>
          </a:xfrm>
          <a:prstGeom prst="roundRect">
            <a:avLst>
              <a:gd name="adj" fmla="val 2692"/>
            </a:avLst>
          </a:prstGeom>
          <a:solidFill>
            <a:srgbClr val="1B26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080760" y="17830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escalation
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double-booked venue — needs a human call; marked needs-human with full trace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escalation is the point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where to start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WHERE TO START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start Monday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one workflow you do weekly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0" y="16367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review · ticket triage · audit · reporting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203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the SKILL.md for it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69280" y="2240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file · ~50 lines · name, scope, tools, stopping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807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807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it on Tuesday's actual work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0" y="28437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the result — real work, not a sandbox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410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4107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iterate the skill, not the prompt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669280" y="34472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asset compounds with every use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don't need a multi-agent platform — you need a CLAUDE.md and a folder of skills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where to start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the leap isn't intelligence
</a:t>
            </a:r>
            <a:r>
              <a:rPr lang="en-US" sz="4000" b="1" dirty="0">
                <a:solidFill>
                  <a:srgbClr val="3B82F6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it's orchestration</a:t>
            </a:r>
            <a:endParaRPr lang="en-US" sz="4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q&amp;a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thank you
</a:t>
            </a:r>
            <a:r>
              <a:rPr lang="en-US" sz="4000" b="1" dirty="0">
                <a:solidFill>
                  <a:srgbClr val="3B82F6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merci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Faïçal Sawadogo · Manegre Inc.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· /in/faicalsawadogo      github · github.com/fsawadogo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Moussa Balla · Cloud Architect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· /in/moussaballa      github · github.com/Moisebala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slides + Gatherly starter pack: github.com/Bmbsolution/genai-demo</a:t>
            </a:r>
            <a:endParaRPr lang="en-US" sz="1100" dirty="0"/>
          </a:p>
        </p:txBody>
      </p:sp>
      <p:pic>
        <p:nvPicPr>
          <p:cNvPr id="101" name="QR repo Gather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5544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backup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BACKUP · ANTICIPATED QUESTIONS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anticipated questions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jump here during Q&amp;A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backup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“will this replace developers?”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bottleneck moved from typing to judgment — judgment is still human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gate that matters ends at a person: escalations, merges, deploys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 shifts: less writing code, more writing rules and reviewing outcomes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replaces waiting, not people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backup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“what does it actually cost?”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cost models: always-on (pay for presence) vs on-demand (pay per task)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are text files — dormant cost is near zero, loaded only when invoked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bounded loops cap the worst case: 3 retries, then a cheap escalation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per workflow: tokens per completed task vs minutes of human time saved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unit of cost is the task, not the agent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backup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“is our code and data safe?”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declare allowed tools — an audit skill can read your guest list, never change it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run with scoped permissions, in isolated contexts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audit gate blocks commits that violate written security rules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humans remain the gate for merge and deploy — nothing reaches prod alone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is designed in the contract, not hoped for in the prompt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backup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F8FAFC"/>
                </a:solidFill>
                <a:latin typeface="Montserrat" pitchFamily="34" charset="0"/>
                <a:ea typeface="Inter" pitchFamily="34" charset="-122"/>
                <a:cs typeface="Inter" pitchFamily="34" charset="-120"/>
              </a:rPr>
              <a:t>“what about hallucinations?”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don't trust output — we verify it: tests, audits, builds are the truth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acceptance criteria are machine-checkable, so a wrong answer fails a gate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inner loop retries with the error in hand — 3 strikes, then a human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hallucination that can't pass a gate can't ship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designed for a fallible worker — human or 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B82F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3511</Words>
  <Application>Microsoft Office PowerPoint</Application>
  <PresentationFormat>Affichage à l'écran (16:9)</PresentationFormat>
  <Paragraphs>370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1" baseType="lpstr">
      <vt:lpstr>Arial</vt:lpstr>
      <vt:lpstr>Inter</vt:lpstr>
      <vt:lpstr>Menlo</vt:lpstr>
      <vt:lpstr>Montserrat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Orchestrer l'intelligence</dc:title>
  <dc:subject>PptxGenJS Presentation</dc:subject>
  <dc:creator>Faïçal Sawadogo · Moussa Balla</dc:creator>
  <cp:lastModifiedBy>Faïçal Sawadogo</cp:lastModifiedBy>
  <cp:revision>2</cp:revision>
  <dcterms:created xsi:type="dcterms:W3CDTF">2026-06-11T13:39:28Z</dcterms:created>
  <dcterms:modified xsi:type="dcterms:W3CDTF">2026-06-15T03:33:29Z</dcterms:modified>
</cp:coreProperties>
</file>